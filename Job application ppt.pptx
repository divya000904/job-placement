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4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52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Not all candidates accept job offers.</a:t>
            </a:r>
          </a:p>
          <a:p>
            <a:r>
              <a:rPr dirty="0"/>
              <a:t>This causes time and effort loss.</a:t>
            </a:r>
          </a:p>
          <a:p>
            <a:r>
              <a:rPr dirty="0"/>
              <a:t>Goal</a:t>
            </a:r>
            <a:r>
              <a:rPr dirty="0" smtClean="0"/>
              <a:t>:</a:t>
            </a:r>
            <a:r>
              <a:rPr lang="en-GB" dirty="0" smtClean="0"/>
              <a:t> Predict the job acceptance and analysis the placed workers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HR Job Placement Dataset</a:t>
            </a:r>
          </a:p>
          <a:p>
            <a:r>
              <a:t>50,000 records</a:t>
            </a:r>
          </a:p>
          <a:p>
            <a:r>
              <a:t>Target column: status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duplicates</a:t>
            </a:r>
          </a:p>
          <a:p>
            <a:r>
              <a:t>Handled missing values</a:t>
            </a:r>
          </a:p>
          <a:p>
            <a:r>
              <a:t>Standardized column names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job acceptance distribution</a:t>
            </a:r>
          </a:p>
          <a:p>
            <a:r>
              <a:t>Observed feature 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Supervised </a:t>
            </a:r>
            <a:r>
              <a:rPr dirty="0" smtClean="0"/>
              <a:t>Classification</a:t>
            </a:r>
            <a:endParaRPr dirty="0"/>
          </a:p>
          <a:p>
            <a:r>
              <a:rPr dirty="0"/>
              <a:t>80-20 Train-Test Split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ML project</a:t>
            </a:r>
          </a:p>
          <a:p>
            <a:r>
              <a:t>Useful for HR decision making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74</Words>
  <Application>Microsoft Office PowerPoint</Application>
  <PresentationFormat>On-screen Show (4:3)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Problem Statement</vt:lpstr>
      <vt:lpstr>Dataset Overview</vt:lpstr>
      <vt:lpstr>Data Cleaning</vt:lpstr>
      <vt:lpstr>EDA</vt:lpstr>
      <vt:lpstr>Machine Learning Model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</dc:title>
  <dc:subject/>
  <dc:creator>Windows</dc:creator>
  <cp:keywords/>
  <dc:description>generated using python-pptx</dc:description>
  <cp:lastModifiedBy>Windows</cp:lastModifiedBy>
  <cp:revision>2</cp:revision>
  <dcterms:created xsi:type="dcterms:W3CDTF">2013-01-27T09:14:16Z</dcterms:created>
  <dcterms:modified xsi:type="dcterms:W3CDTF">2026-01-09T21:03:18Z</dcterms:modified>
  <cp:category/>
</cp:coreProperties>
</file>